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32BC1-1D58-AB3C-8989-B443385D5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01697-6E37-B1CE-41F1-2A5796397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83344-54A6-078A-6294-E7BB2899C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4F42-41E8-4AF3-9BC4-0FCC8A8A75DB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9DF25-5591-DA9B-DDEB-FCB7D6B34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EA6D5-1D81-13E5-8BCA-3C2458062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0622-43ED-442D-B0D2-84DFDCAD7F7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122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19453-8864-50B8-B7AF-F9004489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8C102-5EC9-E149-5FC9-A8A34B3B6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D804E-B68F-3B16-3B4D-AA506AACD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4F42-41E8-4AF3-9BC4-0FCC8A8A75DB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53459-2C8F-30FD-5679-2F30CA0DB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EFB4F-6A6A-2033-7409-6B05F8307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0622-43ED-442D-B0D2-84DFDCAD7F7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68480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49CC9-950D-61E4-851F-9D73235A0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054B8-E394-BC88-F436-807B94477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E4A0C-627C-94B7-8ABA-3AA34397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4F42-41E8-4AF3-9BC4-0FCC8A8A75DB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E3172-4B59-242A-37CC-0950D9F04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79DB8-F0F7-FBD6-FE00-4B6779E4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0622-43ED-442D-B0D2-84DFDCAD7F7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4583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115DC-A35F-C22F-FA0F-B89C57BEB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6F53F-C06A-9BE8-7CCC-F789EF42F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3D5B3-CC91-938F-C984-76F176865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C63D0E-F1AD-EB45-6DE6-31CE280D1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4F42-41E8-4AF3-9BC4-0FCC8A8A75DB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780A7-10F9-E9AA-0ED9-F060B389B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60DFFF-2745-4828-7E84-5D3A7A33A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0622-43ED-442D-B0D2-84DFDCAD7F7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4737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6826-5D37-BD0F-FE11-CADBEC5EB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73C7F-E89B-B872-15EB-8E05D2BE7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1890E-E2F8-8CA9-07F7-89099B00D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9B734-473F-D201-4FC4-94C79F478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77F16-C726-CCB1-956C-D22B2C62B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C0D8F1-0DDE-2BC3-C1FA-E39B991EF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4F42-41E8-4AF3-9BC4-0FCC8A8A75DB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5AF7D0-BF84-B54E-AAED-6AFA9B52A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0728C-8D4D-2EDD-15D5-2020E6E02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0622-43ED-442D-B0D2-84DFDCAD7F7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44894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AB0CE-3726-A462-3133-7D7A1B50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EC091-32EE-86B3-B243-BCD72B921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4F42-41E8-4AF3-9BC4-0FCC8A8A75DB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9111F0-1CF7-3D47-9F47-854CC4342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B9060-81B2-F1C7-F4CC-F0868EB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0622-43ED-442D-B0D2-84DFDCAD7F7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55288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BD7AF8-1967-504C-CD88-5D61B20AD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4F42-41E8-4AF3-9BC4-0FCC8A8A75DB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1BA926-665D-9FB3-1D9C-9560AAC08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C7157-4330-D8FF-CEF3-4A97DC5A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0622-43ED-442D-B0D2-84DFDCAD7F7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59240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27FC6-F23E-69FC-635D-9EFEE7476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A0E12-EF36-B597-6D6F-CC6ACD954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C5E782-82E7-4F22-C591-60A8EC701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E5889-FB86-E773-F966-92510B38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4F42-41E8-4AF3-9BC4-0FCC8A8A75DB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40AE7-FC4A-1959-4137-60EE1EF62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AFD36-58E9-20F0-6720-A8E4EC30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0622-43ED-442D-B0D2-84DFDCAD7F7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1256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F749-C71B-504A-A88F-B64C8B02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3CC85F-2372-A8CC-ABC7-155E6C3118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9EF27D-62F1-5B75-D9F6-5D010DC573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10229-707D-20B1-9C5B-FE2644249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4F42-41E8-4AF3-9BC4-0FCC8A8A75DB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65D5A-3BDC-E92A-9718-878200332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DCCEF-D31C-A990-29AC-B5D9D5D9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0622-43ED-442D-B0D2-84DFDCAD7F7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46712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8B386-13FF-71CE-F72B-D59E437ED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D2DCB-1168-AE70-291E-6EF8CBB3A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83809-19D0-21DF-AFBC-EDAD6544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4F42-41E8-4AF3-9BC4-0FCC8A8A75DB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B99F6-C726-D5FD-B78F-D5D467BEE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860B5-2B95-9A54-1FA3-017C9E13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0622-43ED-442D-B0D2-84DFDCAD7F7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63141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77EB0E-7E49-F6AA-7934-B208ECE543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3C0E6-AD6A-6161-3726-A9FCC9006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DB824-1EE6-93DB-3AFC-3D6F76362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4F42-41E8-4AF3-9BC4-0FCC8A8A75DB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B022-65E6-0555-7F25-59E5C0ADD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B6F1F-11E4-0E3C-0E9B-EBD0F5579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00622-43ED-442D-B0D2-84DFDCAD7F7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0035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C7C4A-05D6-4AFE-4222-EF793DD75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A9DC4-C9C9-D2B9-3F09-2050642B8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254E2-6D7E-60BD-7272-7257BFDCE2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C4F42-41E8-4AF3-9BC4-0FCC8A8A75DB}" type="datetimeFigureOut">
              <a:rPr lang="en-NL" smtClean="0"/>
              <a:t>27/07/2026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9A5AB-8382-EB1D-E814-67B330D441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84669-7F08-C300-1595-CBCF3E2B9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A00622-43ED-442D-B0D2-84DFDCAD7F7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966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837C4A-8D09-10D0-AEA1-9FF40DCD78F4}"/>
              </a:ext>
            </a:extLst>
          </p:cNvPr>
          <p:cNvSpPr/>
          <p:nvPr/>
        </p:nvSpPr>
        <p:spPr>
          <a:xfrm>
            <a:off x="240145" y="258618"/>
            <a:ext cx="2650837" cy="628996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252D5E-7AC3-16A6-F85D-8716802F0614}"/>
              </a:ext>
            </a:extLst>
          </p:cNvPr>
          <p:cNvSpPr/>
          <p:nvPr/>
        </p:nvSpPr>
        <p:spPr>
          <a:xfrm>
            <a:off x="2890982" y="258618"/>
            <a:ext cx="9079345" cy="6289964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AD6539-EDB0-B9D3-D5DB-AB470031EF84}"/>
              </a:ext>
            </a:extLst>
          </p:cNvPr>
          <p:cNvSpPr/>
          <p:nvPr/>
        </p:nvSpPr>
        <p:spPr>
          <a:xfrm>
            <a:off x="3288145" y="1034473"/>
            <a:ext cx="8395855" cy="52093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5812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Amsterdam UMC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Dewi, A.P.M. (Ayu)</dc:creator>
  <cp:lastModifiedBy>Dewi, A.P.M. (Ayu)</cp:lastModifiedBy>
  <cp:revision>1</cp:revision>
  <dcterms:created xsi:type="dcterms:W3CDTF">2026-07-27T19:04:39Z</dcterms:created>
  <dcterms:modified xsi:type="dcterms:W3CDTF">2026-07-27T19:05:34Z</dcterms:modified>
</cp:coreProperties>
</file>